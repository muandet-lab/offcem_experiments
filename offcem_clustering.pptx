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6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OffCEM's clustering function load-bearing?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treats the </a:t>
            </a:r>
            <a:r>
              <a:rPr lang="en-US" sz="15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function φ </a:t>
            </a: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fixed input — chosen, not learned. In synthetic experiments it uses a policy-derived clustering; in real-world experiments, random clustering. Both win against baselines, </a:t>
            </a:r>
            <a:r>
              <a:rPr lang="en-US" sz="15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OffCEM is robust to the choice of φ.</a:t>
            </a:r>
            <a:endParaRPr lang="en-US" sz="1500" b="1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paper never tests </a:t>
            </a:r>
            <a:r>
              <a:rPr lang="en-US" sz="15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φ-misspecification</a:t>
            </a: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directly: data generation and estimation always use the same φ. We probe whether OffCEM's gains survive when the two diverge.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417320"/>
            <a:ext cx="402336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0" y="141732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20116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used for data generation = φ used for estimation. The paper's regime — alignment guaranteed by construction.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3337560"/>
            <a:ext cx="4023360" cy="16459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89520" y="3337560"/>
            <a:ext cx="73152" cy="164592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18120" y="3931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generated with original φ; estimation uses alternative clustering methods. Tests robustness to misspecified φ.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bandit, |A| = 1000, 5 clustering methods: {10, 50, 200} clusters × {natural, balanced} balance, n = 3000 validation rounds, 15 seeds (matched) / 60 seeds (mismatched).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matched mode, cluster count drives MSE — algorithm choice barely matters.</a:t>
            </a:r>
            <a:endParaRPr lang="en-US" sz="2400" dirty="0"/>
          </a:p>
        </p:txBody>
      </p:sp>
      <p:pic>
        <p:nvPicPr>
          <p:cNvPr id="4" name="Image 0" descr="matched_nat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clustering, natural balance. relMSE, bias², variance vs. number of clusters (15 seeds).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roughly doubles from #clusters = 10 to #clusters = 200 across every method: cluster count is the dominant lever.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sit within ±0.1 at any fixed #clusters; differences between original, kmeans, spectral, random are within seed noise.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dominates variance (bias² scale to 1.0, variance scale to 0.013). All MSE behavior is bias behavior.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Mismatched φ is the realistic regime — alignment is a synthetic luxury.</a:t>
            </a:r>
            <a:endParaRPr lang="en-US" sz="2400" dirty="0"/>
          </a:p>
        </p:txBody>
      </p:sp>
      <p:pic>
        <p:nvPicPr>
          <p:cNvPr id="4" name="Image 0" descr="mismatch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10642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Mismatched: data always generated with original φ; OffCEM estimation uses kmeans vs. original (60 seeds).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clustering at #clusters = 10 gives 3 times MSE penalty: OffCEM(kmeans) at 1.69 vs. OffCEM(original) at 0.47.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is entirely bias — wrong clusters break local correctness, and the two-step regression can't recover within-cluster contrasts.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OffCEM(kmeans) ≈ DR baseline (~1.48). With misaligned clusters, OffCEM's advantage over DR disappears entirely.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cannot guarantee φ matches the latent reward structure — this regime, not the paper's matched setup, is the relevant test.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7EBEC562-2CDF-E4ED-2E04-B0F7F177BE6E}"/>
              </a:ext>
            </a:extLst>
          </p:cNvPr>
          <p:cNvSpPr/>
          <p:nvPr/>
        </p:nvSpPr>
        <p:spPr>
          <a:xfrm>
            <a:off x="548640" y="2331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Paper's framing vs. what we observe.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framing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to clustering choice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965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clustering works in real-world experiments.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only when φ aligns with reward structure — a condition real applications can't guarantee.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100584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weighting reduces variance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weights tame the w² σ² term that kills IPS/DR.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2971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and transfers — variance is uniformly tiny (≤ 0.013) across every setting, matched or not.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regression is a refinement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shows incremental MSE gain over one-step.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under alignment; useless without it. OffCEM (1-stage, 1.56) &lt; DR (1.48).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OffCEM behave on real data, where clustering alignment is not guaranteed?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φ be jointly learned with f̂ to enforce local correctness from data?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robust is OffCEM to small misalignments vs. the catastrophic mismatched case?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22CD915E-AE9B-E85D-CBF3-65DF0E73C02C}"/>
              </a:ext>
            </a:extLst>
          </p:cNvPr>
          <p:cNvSpPr/>
          <p:nvPr/>
        </p:nvSpPr>
        <p:spPr>
          <a:xfrm>
            <a:off x="548640" y="2331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581</Words>
  <Application>Microsoft Macintosh PowerPoint</Application>
  <PresentationFormat>Widescreen</PresentationFormat>
  <Paragraphs>49</Paragraphs>
  <Slides>4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OffCEM Clustering Analysis</dc:title>
  <dc:subject>PptxGenJS Presentation</dc:subject>
  <dc:creator>Monseej Purkayastha</dc:creator>
  <cp:lastModifiedBy>Monseej Purkayastha</cp:lastModifiedBy>
  <cp:revision>5</cp:revision>
  <dcterms:created xsi:type="dcterms:W3CDTF">2026-05-19T09:57:29Z</dcterms:created>
  <dcterms:modified xsi:type="dcterms:W3CDTF">2026-05-19T14:08:48Z</dcterms:modified>
</cp:coreProperties>
</file>